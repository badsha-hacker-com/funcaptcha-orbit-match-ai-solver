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96B7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FFB703">
              <a:alpha val="10000"/>
            </a:srgbClr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(Deemed-to-be University) — ISE Department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Solver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Intelligence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FunCaptcha — Orbit Match Game Solver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34290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6243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Model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68880" y="34290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62435"/>
          </a:solidFill>
          <a:ln/>
        </p:spPr>
      </p:sp>
      <p:sp>
        <p:nvSpPr>
          <p:cNvPr id="14" name="Text 11"/>
          <p:cNvSpPr/>
          <p:nvPr/>
        </p:nvSpPr>
        <p:spPr>
          <a:xfrm>
            <a:off x="246888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Botright Automation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480560" y="34290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62435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92240" y="342900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162435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 Review 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PCL Progress Report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automated system that solves FunCaptcha's Orbit Match Game challenges — a bot-detection mechanism deployed by major websites.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robust programmatic web interaction for: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regression/integration testing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pipelines &amp; research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bypass research &amp; security studies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777240"/>
            <a:ext cx="3291840" cy="40233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777240"/>
            <a:ext cx="91440" cy="4023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868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Two-Component Pipeline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258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Botright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175564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Chromium browser automation for CAPTCHA detection and interaction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423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264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ONNX AI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0" y="28529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image classification model for orbit image matching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0" y="3429000"/>
            <a:ext cx="2926080" cy="36576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66928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detect → crop → predict → click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FunCaptcha Challenge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18872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91440" cy="11887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98448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 match game presents circular orbit images along concentric paths. Users must identify which orbit image in a grid matches a given reference. While trivial for humans, this requires precise image similarity comparison and spatial reasoning for automated systems.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697480" cy="21945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606040"/>
            <a:ext cx="2697480" cy="64008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788920"/>
            <a:ext cx="59436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456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8587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icon types with varying rotation angles, sizes, and visual styles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8688" y="2606040"/>
            <a:ext cx="2697480" cy="21945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18688" y="2606040"/>
            <a:ext cx="269748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788920"/>
            <a:ext cx="594360" cy="5943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3456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Rings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10128" y="38587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ring borders add extra complexity to naive pixel comparison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71616" y="2606040"/>
            <a:ext cx="2697480" cy="21945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71616" y="2606040"/>
            <a:ext cx="2697480" cy="64008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78892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63056" y="3456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Fails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63056" y="38587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cannot generalize — ML is required for robust solving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234440" cy="7772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Botright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27048" y="1307592"/>
            <a:ext cx="18288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960120"/>
            <a:ext cx="1234440" cy="777240"/>
          </a:xfrm>
          <a:prstGeom prst="rect">
            <a:avLst/>
          </a:prstGeom>
          <a:solidFill>
            <a:srgbClr val="0096B7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09928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62656" y="1307592"/>
            <a:ext cx="18288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145536" y="960120"/>
            <a:ext cx="1234440" cy="777240"/>
          </a:xfrm>
          <a:prstGeom prst="rect">
            <a:avLst/>
          </a:prstGeom>
          <a:solidFill>
            <a:srgbClr val="FFB703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45536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Crop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98264" y="1307592"/>
            <a:ext cx="18288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1144" y="960120"/>
            <a:ext cx="1234440" cy="777240"/>
          </a:xfrm>
          <a:prstGeom prst="rect">
            <a:avLst/>
          </a:prstGeom>
          <a:solidFill>
            <a:srgbClr val="FFB703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33872" y="1307592"/>
            <a:ext cx="18288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16752" y="960120"/>
            <a:ext cx="1234440" cy="77724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16752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(1–5)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1307592"/>
            <a:ext cx="18288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52360" y="960120"/>
            <a:ext cx="1234440" cy="77724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65960"/>
            <a:ext cx="4114800" cy="283464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965960"/>
            <a:ext cx="41148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84832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20848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Frontend Driver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25877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Botright (Playwright stealth wrapper)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30906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event loop for non-blocking browser ops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35935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browser/page contexts to prevent contamination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8640" y="40965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Handles: navigate → detect iframe → screenshot → submit click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1965960"/>
            <a:ext cx="4114800" cy="283464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1965960"/>
            <a:ext cx="4114800" cy="64008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84832"/>
            <a:ext cx="411480" cy="4114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03520" y="20848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orbit_match_game.py — AI Backend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846320" y="25877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from ImagePairClassifierPredictor (funcaptcha_challenger)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846320" y="30906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pre-trained orbit_match_game.onnx model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846320" y="35935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is_support() routes only orbit-match challenges to this predictor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846320" y="40965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PIL-based input preprocessing → ONNX inference → index 1–5 output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Dataset &amp; Sample Images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sample challenge images uploaded represent real FunCaptcha orbit match puzzles used for training and testing the ONNX model.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356616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645920"/>
                <a:gridCol w="1645920"/>
                <a:gridCol w="3291840"/>
              </a:tblGrid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Image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Answer #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Category Icon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Expected Index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1.jpg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💎 Diamond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Index 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5 orbits with colored rings; bottom-left diamond icon = answer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2.jpg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☕ Coffee Cup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Index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Food/drink icons on orbits; steam cup = target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3.jpg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🐟 Fish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Index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Animal-themed orbits; fish icon = match 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4.jpg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👥 Group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Index 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People/fist icons; group silhouette = target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5.jpg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🎈 Balloons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Index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Object category; balloon icon = first orbit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6.jpg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💎 Diamond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Index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0EAF4"/>
                          </a:solidFill>
                        </a:rPr>
                        <a:t>Chess/shield icons; diamond icon indicates orbit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challenge: 5 orbit slots (1–5) with colored ring borders. Bottom-left thumbnail = target icon &amp; answer index.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Key Code Highlights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023360" cy="411480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595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8595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Browser Automation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3840480" cy="18288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335024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asyncio, botright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with botright.Botright() as b: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browser = await b.new_browser()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= await browser.new_page()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page.goto(TARGET_URL)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→ CAPTCHA detection + solve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botright_client.close()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asyncio.run(main())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asyncio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non-blocking ops
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Stealth browser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mimics real user
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Isolated context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session
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close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ensures clean exit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749808"/>
            <a:ext cx="4023360" cy="411480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749808"/>
            <a:ext cx="4023360" cy="54864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85953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8595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orbit_match_game.py — AI Solver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1298448"/>
            <a:ext cx="3840480" cy="18288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1335024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funcaptcha_challenger import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BaseModel, ImagePairClassifierPredictor)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PredictOrbitMatchGame(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ImagePairClassifierPredictor):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_get_model(self):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BaseModel(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model="orbit_match_game.onnx")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is_support(self, task_type):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task_type == "orbit_match_game"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846320" y="3200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 model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portable ML format
</a:t>
            </a:r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class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all inference
</a:t>
            </a:r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is_support()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smart routing
</a:t>
            </a:r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auto_update=False</a:t>
            </a:r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reproducibility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Current Progress — Review 2 (April 2026)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Botright Integration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868680"/>
            <a:ext cx="4114800" cy="25603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0" y="868680"/>
            <a:ext cx="4114800" cy="2560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8092440" y="822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05088" y="822960"/>
            <a:ext cx="0" cy="0"/>
          </a:xfrm>
          <a:prstGeom prst="roundRect">
            <a:avLst/>
          </a:prstGeom>
          <a:solidFill>
            <a:srgbClr val="16243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996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AI Inference Engine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545336"/>
            <a:ext cx="4114800" cy="25603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1545336"/>
            <a:ext cx="4114800" cy="2560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4996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05088" y="1499616"/>
            <a:ext cx="0" cy="0"/>
          </a:xfrm>
          <a:prstGeom prst="roundRect">
            <a:avLst/>
          </a:prstGeom>
          <a:solidFill>
            <a:srgbClr val="16243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76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Crop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2221992"/>
            <a:ext cx="4114800" cy="25603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2221992"/>
            <a:ext cx="2674620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176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05088" y="2176272"/>
            <a:ext cx="0" cy="0"/>
          </a:xfrm>
          <a:prstGeom prst="roundRect">
            <a:avLst/>
          </a:prstGeom>
          <a:solidFill>
            <a:srgbClr val="16243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52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iframe Detection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2898648"/>
            <a:ext cx="4114800" cy="25603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2898648"/>
            <a:ext cx="2468880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8529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05088" y="2852928"/>
            <a:ext cx="0" cy="0"/>
          </a:xfrm>
          <a:prstGeom prst="roundRect">
            <a:avLst/>
          </a:prstGeom>
          <a:solidFill>
            <a:srgbClr val="162435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5295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Answer-to-Click Mapping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31920" y="3575304"/>
            <a:ext cx="4114800" cy="25603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7" name="Shape 25"/>
          <p:cNvSpPr/>
          <p:nvPr/>
        </p:nvSpPr>
        <p:spPr>
          <a:xfrm>
            <a:off x="3931920" y="3575304"/>
            <a:ext cx="1645920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35295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05088" y="3529584"/>
            <a:ext cx="0" cy="0"/>
          </a:xfrm>
          <a:prstGeom prst="roundRect">
            <a:avLst/>
          </a:prstGeom>
          <a:solidFill>
            <a:srgbClr val="162435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Test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31920" y="4251960"/>
            <a:ext cx="4114800" cy="25603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2" name="Shape 30"/>
          <p:cNvSpPr/>
          <p:nvPr/>
        </p:nvSpPr>
        <p:spPr>
          <a:xfrm>
            <a:off x="3931920" y="4251960"/>
            <a:ext cx="822960" cy="256032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4206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05088" y="4206240"/>
            <a:ext cx="0" cy="0"/>
          </a:xfrm>
          <a:prstGeom prst="roundRect">
            <a:avLst/>
          </a:prstGeom>
          <a:solidFill>
            <a:srgbClr val="162435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" y="4572000"/>
            <a:ext cx="2697480" cy="45720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572000"/>
            <a:ext cx="269748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6451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80160" y="46451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8688" y="4572000"/>
            <a:ext cx="2697480" cy="45720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18688" y="4572000"/>
            <a:ext cx="269748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3218688" y="46451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133088" y="46451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71616" y="4572000"/>
            <a:ext cx="2697480" cy="45720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71616" y="4572000"/>
            <a:ext cx="269748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5" name="Text 43"/>
          <p:cNvSpPr/>
          <p:nvPr/>
        </p:nvSpPr>
        <p:spPr>
          <a:xfrm>
            <a:off x="6071616" y="46451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86016" y="46451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Work in Progress — Integration Phase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206240" cy="192024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91440" cy="19202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60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Refactoring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orbit_match_game.py so PredictOrbitMatchGame can be directly imported and called from app.py — removing __main__ dependency.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822960"/>
            <a:ext cx="4206240" cy="192024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822960"/>
            <a:ext cx="91440" cy="192024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60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960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Detection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14630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DOM queries in Botright to detect FunCaptcha iframes and trigger the solving pipeline when a challenge appears.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926080"/>
            <a:ext cx="4206240" cy="192024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926080"/>
            <a:ext cx="91440" cy="192024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063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&amp; Crop Pipeline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356616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screenshot API + Pillow for extracting the reference thumbnail and the 5 orbit images from raw full-page screenshots.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2926080"/>
            <a:ext cx="4206240" cy="192024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889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26080"/>
            <a:ext cx="91440" cy="1920240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063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Answer-to-Click Mapping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83480" y="356616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 ONNX solver's integer output (1–5) into precise on-screen pixel coordinates or DOM selectors for the final click.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Expected Results &amp; Technologies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14800" cy="5943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618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344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 pipeline: detect → solve → submit autonomously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901952"/>
            <a:ext cx="4114800" cy="5943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5681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92938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success rate &gt; 85% over 50+ test runs on live challenges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2596896"/>
            <a:ext cx="4114800" cy="5943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517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6243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 &lt; 3 seconds per challenge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760" y="3291840"/>
            <a:ext cx="4114800" cy="5943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34670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31927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codebase extensible to other FunCaptcha variants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65760" y="3986784"/>
            <a:ext cx="4114800" cy="594360"/>
          </a:xfrm>
          <a:prstGeom prst="rect">
            <a:avLst/>
          </a:prstGeom>
          <a:solidFill>
            <a:srgbClr val="162435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04164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401421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video demo: live CAPTCHA solving on a real website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484632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Libraries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846320" y="1207008"/>
            <a:ext cx="3931920" cy="402336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23" name="Text 16"/>
          <p:cNvSpPr/>
          <p:nvPr/>
        </p:nvSpPr>
        <p:spPr>
          <a:xfrm>
            <a:off x="4983480" y="1234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858000" y="1234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846320" y="1691640"/>
            <a:ext cx="3931920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19"/>
          <p:cNvSpPr/>
          <p:nvPr/>
        </p:nvSpPr>
        <p:spPr>
          <a:xfrm>
            <a:off x="4983480" y="1719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Botright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858000" y="1719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browser automation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846320" y="2176272"/>
            <a:ext cx="3931920" cy="402336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29" name="Text 22"/>
          <p:cNvSpPr/>
          <p:nvPr/>
        </p:nvSpPr>
        <p:spPr>
          <a:xfrm>
            <a:off x="4983480" y="2203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858000" y="2203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control API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846320" y="2660904"/>
            <a:ext cx="3931920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25"/>
          <p:cNvSpPr/>
          <p:nvPr/>
        </p:nvSpPr>
        <p:spPr>
          <a:xfrm>
            <a:off x="4983480" y="26883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858000" y="26883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inference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846320" y="3145536"/>
            <a:ext cx="3931920" cy="402336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35" name="Text 28"/>
          <p:cNvSpPr/>
          <p:nvPr/>
        </p:nvSpPr>
        <p:spPr>
          <a:xfrm>
            <a:off x="4983480" y="3172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funcaptcha_challenger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858000" y="3172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wrapper &amp; predictor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846320" y="3630168"/>
            <a:ext cx="3931920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1"/>
          <p:cNvSpPr/>
          <p:nvPr/>
        </p:nvSpPr>
        <p:spPr>
          <a:xfrm>
            <a:off x="4983480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858000" y="3657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846320" y="4114800"/>
            <a:ext cx="3931920" cy="402336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41" name="Text 34"/>
          <p:cNvSpPr/>
          <p:nvPr/>
        </p:nvSpPr>
        <p:spPr>
          <a:xfrm>
            <a:off x="4983480" y="4142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6858000" y="4142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I/O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B70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429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pPr algn="ctr"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Solver Using AI | FunCaptcha Orbit Match Game
</a:t>
            </a:r>
            <a:pPr algn="ctr" indent="0" marL="0">
              <a:buNone/>
            </a:pPr>
            <a:r>
              <a:rPr lang="en-US" sz="1100" b="1" dirty="0">
                <a:solidFill>
                  <a:srgbClr val="8CA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algn="ctr"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University — Dept. of ISE  |  PCL Review 2 —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CAPTCHA Solver Using AI – FunCaptcha Orbit Match Game</dc:title>
  <dc:subject>PptxGenJS Presentation</dc:subject>
  <dc:creator>PptxGenJS</dc:creator>
  <cp:lastModifiedBy>PptxGenJS</cp:lastModifiedBy>
  <cp:revision>1</cp:revision>
  <dcterms:created xsi:type="dcterms:W3CDTF">2026-04-10T08:41:40Z</dcterms:created>
  <dcterms:modified xsi:type="dcterms:W3CDTF">2026-04-10T08:41:40Z</dcterms:modified>
</cp:coreProperties>
</file>